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51.png"/><Relationship Id="rId12" Type="http://schemas.openxmlformats.org/officeDocument/2006/relationships/image" Target="../media/image52.png"/><Relationship Id="rId13" Type="http://schemas.openxmlformats.org/officeDocument/2006/relationships/image" Target="../media/image53.png"/><Relationship Id="rId14" Type="http://schemas.openxmlformats.org/officeDocument/2006/relationships/image" Target="../media/image54.png"/><Relationship Id="rId15" Type="http://schemas.openxmlformats.org/officeDocument/2006/relationships/image" Target="../media/image55.png"/><Relationship Id="rId16" Type="http://schemas.openxmlformats.org/officeDocument/2006/relationships/image" Target="../media/image56.png"/><Relationship Id="rId17" Type="http://schemas.openxmlformats.org/officeDocument/2006/relationships/image" Target="../media/image5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Relationship Id="rId9" Type="http://schemas.openxmlformats.org/officeDocument/2006/relationships/image" Target="../media/image64.png"/><Relationship Id="rId10" Type="http://schemas.openxmlformats.org/officeDocument/2006/relationships/image" Target="../media/image65.png"/><Relationship Id="rId11" Type="http://schemas.openxmlformats.org/officeDocument/2006/relationships/image" Target="../media/image66.png"/><Relationship Id="rId12" Type="http://schemas.openxmlformats.org/officeDocument/2006/relationships/image" Target="../media/image67.png"/><Relationship Id="rId13" Type="http://schemas.openxmlformats.org/officeDocument/2006/relationships/image" Target="../media/image68.png"/><Relationship Id="rId14" Type="http://schemas.openxmlformats.org/officeDocument/2006/relationships/image" Target="../media/image69.png"/><Relationship Id="rId15" Type="http://schemas.openxmlformats.org/officeDocument/2006/relationships/image" Target="../media/image70.png"/><Relationship Id="rId16" Type="http://schemas.openxmlformats.org/officeDocument/2006/relationships/image" Target="../media/image7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Relationship Id="rId8" Type="http://schemas.openxmlformats.org/officeDocument/2006/relationships/image" Target="../media/image7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0232" y="1068734"/>
            <a:ext cx="2751385" cy="276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115" y="5036790"/>
            <a:ext cx="9871620" cy="733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5865" y="5227290"/>
            <a:ext cx="1792485" cy="352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5558" y="5227290"/>
            <a:ext cx="1935360" cy="3524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8126" y="5227290"/>
            <a:ext cx="2157710" cy="3524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527401" y="1497359"/>
            <a:ext cx="5137048" cy="7962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270"/>
              </a:lnSpc>
            </a:pPr>
            <a:r>
              <a:rPr b="0" sz="5700" i="0" u="none">
                <a:solidFill>
                  <a:srgbClr val="FFFFFF"/>
                </a:solidFill>
                <a:latin typeface="Noto Sans KR Black"/>
              </a:rPr>
              <a:t>제목: </a:t>
            </a:r>
            <a:r>
              <a:rPr b="0" sz="5700" i="0" u="none">
                <a:solidFill>
                  <a:srgbClr val="F87171"/>
                </a:solidFill>
                <a:latin typeface="Noto Sans KR Black"/>
              </a:rPr>
              <a:t>펜싱</a:t>
            </a:r>
            <a:r>
              <a:rPr b="0" sz="5700" i="0" u="none">
                <a:solidFill>
                  <a:srgbClr val="FFFFFF"/>
                </a:solidFill>
                <a:latin typeface="Noto Sans KR Black"/>
              </a:rPr>
              <a:t> </a:t>
            </a:r>
            <a:r>
              <a:rPr b="0" sz="5700" i="0" u="none">
                <a:solidFill>
                  <a:srgbClr val="60A5FA"/>
                </a:solidFill>
                <a:latin typeface="Noto Sans KR Black"/>
              </a:rPr>
              <a:t>PVP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9318" y="2407890"/>
            <a:ext cx="785321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Noto Sans KR"/>
              </a:rPr>
              <a:t>상자를 부숴 무작위 팀을 배정받고, 마인크래프트 철검과 펜싱 규율로 맞붙는 1v1 펜싱 결투장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8832" y="1135409"/>
            <a:ext cx="130224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0115" y="2950815"/>
            <a:ext cx="9871620" cy="2819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07790" y="5332065"/>
            <a:ext cx="111174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07483" y="5332065"/>
            <a:ext cx="111174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50051" y="5332065"/>
            <a:ext cx="111174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375" y="2024062"/>
            <a:ext cx="857250" cy="857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40515" y="3071812"/>
            <a:ext cx="5310820" cy="695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4050" i="0" u="none">
                <a:solidFill>
                  <a:srgbClr val="FFFFFF"/>
                </a:solidFill>
                <a:latin typeface="Noto Sans KR Black"/>
              </a:rPr>
              <a:t>게임 진행 방식 &amp; 규칙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67000" y="4300537"/>
            <a:ext cx="685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75" i="0" u="none">
                <a:solidFill>
                  <a:srgbClr val="94A3B8"/>
                </a:solidFill>
                <a:latin typeface="Noto Sans KR"/>
              </a:rPr>
              <a:t>상자 개봉부터 팀 배정, 철검 무대 입장 및 필독 수칙까지 경기 가이드를 안내합니다.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208" y="2271712"/>
            <a:ext cx="281582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2638425"/>
            <a:ext cx="2609850" cy="228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900" y="2638425"/>
            <a:ext cx="2609850" cy="2286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638425"/>
            <a:ext cx="2609850" cy="2286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1600" y="2638425"/>
            <a:ext cx="2609850" cy="2286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" y="557212"/>
            <a:ext cx="266848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661344" y="2819400"/>
            <a:ext cx="339030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FFFFFF"/>
                </a:solidFill>
                <a:latin typeface="Poppins Black"/>
              </a:rPr>
              <a:t>01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75" y="2914650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8675" y="3581400"/>
            <a:ext cx="224028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Noto Sans KR"/>
              </a:rPr>
              <a:t>1. 상자 부수기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" y="3962400"/>
            <a:ext cx="2133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Noto Sans KR"/>
              </a:rPr>
              <a:t>대기실에 배치된 </a:t>
            </a:r>
            <a:r>
              <a:rPr b="1" sz="1200" i="0" u="none">
                <a:solidFill>
                  <a:srgbClr val="CBD5E1"/>
                </a:solidFill>
                <a:latin typeface="Noto Sans KR"/>
              </a:rPr>
              <a:t>상자 1개</a:t>
            </a:r>
            <a:r>
              <a:rPr b="0" sz="1200" i="0" u="none">
                <a:solidFill>
                  <a:srgbClr val="CBD5E1"/>
                </a:solidFill>
                <a:latin typeface="Noto Sans KR"/>
              </a:rPr>
              <a:t>를 파괴하여 내부 아이템을 획득합니다.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1694" y="2819400"/>
            <a:ext cx="339030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FFFFFF"/>
                </a:solidFill>
                <a:latin typeface="Poppins Black"/>
              </a:rPr>
              <a:t>02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9025" y="2914650"/>
            <a:ext cx="495300" cy="495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29025" y="3581400"/>
            <a:ext cx="224028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Noto Sans KR"/>
              </a:rPr>
              <a:t>2. 팀 색상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9025" y="3962400"/>
            <a:ext cx="2133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Noto Sans KR"/>
              </a:rPr>
              <a:t>상자 속 </a:t>
            </a:r>
            <a:r>
              <a:rPr b="1" sz="1200" i="0" u="none">
                <a:solidFill>
                  <a:srgbClr val="CBD5E1"/>
                </a:solidFill>
                <a:latin typeface="Noto Sans KR"/>
              </a:rPr>
              <a:t>갑옷 색깔(레드/블루)</a:t>
            </a:r>
            <a:r>
              <a:rPr b="0" sz="1200" i="0" u="none">
                <a:solidFill>
                  <a:srgbClr val="CBD5E1"/>
                </a:solidFill>
                <a:latin typeface="Noto Sans KR"/>
              </a:rPr>
              <a:t>에 따라 당일 진영이 자동으로 결정됩니다.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2044" y="2819400"/>
            <a:ext cx="339030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FFFFFF"/>
                </a:solidFill>
                <a:latin typeface="Poppins Black"/>
              </a:rPr>
              <a:t>03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75" y="2914650"/>
            <a:ext cx="495300" cy="4953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29375" y="3581400"/>
            <a:ext cx="224028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Noto Sans KR"/>
              </a:rPr>
              <a:t>3. 철검 장비 지급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3962400"/>
            <a:ext cx="2133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Noto Sans KR"/>
              </a:rPr>
              <a:t>공식 무기인 </a:t>
            </a:r>
            <a:r>
              <a:rPr b="1" sz="1200" i="0" u="none">
                <a:solidFill>
                  <a:srgbClr val="CBD5E1"/>
                </a:solidFill>
                <a:latin typeface="Noto Sans KR"/>
              </a:rPr>
              <a:t>마인크래프트 철검(Iron Sword)</a:t>
            </a:r>
            <a:r>
              <a:rPr b="0" sz="1200" i="0" u="none">
                <a:solidFill>
                  <a:srgbClr val="CBD5E1"/>
                </a:solidFill>
                <a:latin typeface="Noto Sans KR"/>
              </a:rPr>
              <a:t>을 지급받고 앙가르드 준비를 마칩니다.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2394" y="2819400"/>
            <a:ext cx="339030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FFFFFF"/>
                </a:solidFill>
                <a:latin typeface="Poppins Black"/>
              </a:rPr>
              <a:t>04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9725" y="2914650"/>
            <a:ext cx="495300" cy="4953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29725" y="3581400"/>
            <a:ext cx="224028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Noto Sans KR"/>
              </a:rPr>
              <a:t>4. 펜싱 1v1 결투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9725" y="3962400"/>
            <a:ext cx="2133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Noto Sans KR"/>
              </a:rPr>
              <a:t>펜싱 피스트 규격 무대에 올라서서 상대 팀과 정당한 신사적 승부를 펼칩니다.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7325" y="3048000"/>
            <a:ext cx="177849" cy="2286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87675" y="3048000"/>
            <a:ext cx="177849" cy="2286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8025" y="3048000"/>
            <a:ext cx="177849" cy="2286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88375" y="3048000"/>
            <a:ext cx="177849" cy="228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90748" y="495300"/>
            <a:ext cx="11141236" cy="4667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700" i="0" u="none">
                <a:solidFill>
                  <a:srgbClr val="FFFFFF"/>
                </a:solidFill>
                <a:latin typeface="Noto Sans KR Black"/>
              </a:rPr>
              <a:t>펜싱 PVP 게임 진행 순서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4119562"/>
            <a:ext cx="2562225" cy="8133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5650" y="4119562"/>
            <a:ext cx="2562225" cy="8133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19050"/>
            <a:ext cx="5838825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" y="557212"/>
            <a:ext cx="266848" cy="34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0550" y="2629941"/>
            <a:ext cx="5530691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8BDF8"/>
                </a:solidFill>
                <a:latin typeface="Noto Sans KR"/>
              </a:rPr>
              <a:t>상자 개봉으로 시작하는 라이벌전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550" y="3106191"/>
            <a:ext cx="526732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Noto Sans KR"/>
              </a:rPr>
              <a:t>모든 플레이어는 무작위로 놓인 상자를 1개 부숴 나오는 갑옷 색상으로 레드팀과 파랑팀으로 나뉩니다. 치열한 1v1 펜싱 무대에서 팀의 명예를 걸고 맞붙게 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6516" y="4291012"/>
            <a:ext cx="233029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F87171"/>
                </a:solidFill>
                <a:latin typeface="Noto Sans KR Black"/>
              </a:rPr>
              <a:t>RED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548187"/>
            <a:ext cx="2219325" cy="21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E2E8F0"/>
                </a:solidFill>
                <a:latin typeface="Noto Sans KR"/>
              </a:rPr>
              <a:t>빨강 갑옷 착용자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1616" y="4291012"/>
            <a:ext cx="233029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60A5FA"/>
                </a:solidFill>
                <a:latin typeface="Noto Sans KR Black"/>
              </a:rPr>
              <a:t>BLUE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7100" y="4548187"/>
            <a:ext cx="2219325" cy="21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E2E8F0"/>
                </a:solidFill>
                <a:latin typeface="Noto Sans KR"/>
              </a:rPr>
              <a:t>파랑 갑옷 착용자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748" y="495300"/>
            <a:ext cx="5110482" cy="4667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700" i="0" u="none">
                <a:solidFill>
                  <a:srgbClr val="FFFFFF"/>
                </a:solidFill>
                <a:latin typeface="Noto Sans KR Black"/>
              </a:rPr>
              <a:t>팀 배정 시스템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375" y="2024062"/>
            <a:ext cx="857250" cy="857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25626" y="3071812"/>
            <a:ext cx="3540598" cy="695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4050" i="0" u="none">
                <a:solidFill>
                  <a:srgbClr val="FFFFFF"/>
                </a:solidFill>
                <a:latin typeface="Noto Sans KR Black"/>
              </a:rPr>
              <a:t>서버 필독 수칙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67000" y="4300537"/>
            <a:ext cx="685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75" i="0" u="none">
                <a:solidFill>
                  <a:srgbClr val="94A3B8"/>
                </a:solidFill>
                <a:latin typeface="Noto Sans KR"/>
              </a:rPr>
              <a:t>모든 참가자가 안전하고 공정하게 펜싱 경기장을 이용하기 위한 2가지 핵심 규칙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208" y="2271712"/>
            <a:ext cx="281582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2365027"/>
            <a:ext cx="5362575" cy="20611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365027"/>
            <a:ext cx="5362575" cy="20611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075" y="2698402"/>
            <a:ext cx="400050" cy="400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698402"/>
            <a:ext cx="400050" cy="4000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50" y="557212"/>
            <a:ext cx="266848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675" y="4826198"/>
            <a:ext cx="163115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5140" y="4830960"/>
            <a:ext cx="722218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CA5A5"/>
                </a:solidFill>
                <a:latin typeface="Noto Sans KR"/>
              </a:rPr>
              <a:t>규칙 위반 시 5인의 서버 운영진에 의해 즉각 감지되며, 경고 조치 또는 서버 추방(KICK) 처리가 진행됩니다.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075" y="3269902"/>
            <a:ext cx="46386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Noto Sans KR"/>
              </a:rPr>
              <a:t>펜싱 경기장 피스트 및 대기실, 관람석 등 서버 내의 모든 블록 구조물을 임의로 훼손하거나 부수는 행위는 엄격히 금지됩니다.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269902"/>
            <a:ext cx="46386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Noto Sans KR"/>
              </a:rPr>
              <a:t>지정된 펜싱 경기장 규격 경계선 밖으로 이탈하거나 탈출을 시도하는 행위를 금지합니다. 오직 지정된 피스트 안에서만 경기가 진행됩니다.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3525" y="2731740"/>
            <a:ext cx="1704744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FFFFFF"/>
                </a:solidFill>
                <a:latin typeface="Noto Sans KR"/>
              </a:rPr>
              <a:t>맵 부수지 않기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81850" y="2731740"/>
            <a:ext cx="2557038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FFFFFF"/>
                </a:solidFill>
                <a:latin typeface="Noto Sans KR"/>
              </a:rPr>
              <a:t>맵 밖으로 나가지 않기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748" y="495300"/>
            <a:ext cx="11141236" cy="4667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700" i="0" u="none">
                <a:solidFill>
                  <a:srgbClr val="FFFFFF"/>
                </a:solidFill>
                <a:latin typeface="Noto Sans KR Black"/>
              </a:rPr>
              <a:t>펜싱 PVP 서버 핵심 규칙 2가지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375" y="2024062"/>
            <a:ext cx="857250" cy="857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85558" y="3071812"/>
            <a:ext cx="4620733" cy="695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4050" i="0" u="none">
                <a:solidFill>
                  <a:srgbClr val="FFFFFF"/>
                </a:solidFill>
                <a:latin typeface="Noto Sans KR Black"/>
              </a:rPr>
              <a:t>운영진 캐릭터 시트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67000" y="4300537"/>
            <a:ext cx="685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75" i="0" u="none">
                <a:solidFill>
                  <a:srgbClr val="94A3B8"/>
                </a:solidFill>
                <a:latin typeface="Noto Sans KR"/>
              </a:rPr>
              <a:t>서버의 질서와 공정한 펜싱 경기를 책임지는 5명 운영진의 역할과 능력 프로필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208" y="2271712"/>
            <a:ext cx="281582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2951857"/>
            <a:ext cx="5386387" cy="16591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2951857"/>
            <a:ext cx="5386387" cy="16591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5950" y="4306192"/>
            <a:ext cx="3843337" cy="57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0462" y="4306192"/>
            <a:ext cx="3843337" cy="571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2087" y="3218557"/>
            <a:ext cx="4572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85950" y="4306192"/>
            <a:ext cx="3843337" cy="571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72775" y="3218557"/>
            <a:ext cx="581025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10462" y="4306192"/>
            <a:ext cx="3458914" cy="571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0550" y="557212"/>
            <a:ext cx="266848" cy="3429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09600" y="3762375"/>
            <a:ext cx="5348287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" y="3199507"/>
            <a:ext cx="857250" cy="85725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34112" y="3762375"/>
            <a:ext cx="5348287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62712" y="3199507"/>
            <a:ext cx="857250" cy="8572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33326" y="3456682"/>
            <a:ext cx="266848" cy="3429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061716" y="3561457"/>
            <a:ext cx="3667571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Noto Sans KR"/>
              </a:rPr>
              <a:t>주요 담당: 맵 부수는 사람 찾기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5950" y="3837682"/>
            <a:ext cx="3843337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94A3B8"/>
                </a:solidFill>
                <a:latin typeface="Noto Sans KR"/>
              </a:rPr>
              <a:t>서버 최고 총괄 책임자. 경기장 블록 파괴 행위를 실시간 모니터링하여 서버의 펜싱 피스트 구조를 완벽히 수호합니다.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57838" y="3456682"/>
            <a:ext cx="266848" cy="3429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86228" y="3561457"/>
            <a:ext cx="3667571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Noto Sans KR"/>
              </a:rPr>
              <a:t>주요 담당: 맵 부수는 사람 찾기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0462" y="3837682"/>
            <a:ext cx="3843337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94A3B8"/>
                </a:solidFill>
                <a:latin typeface="Noto Sans KR"/>
              </a:rPr>
              <a:t>팀장을 보조하는 핵심 관리자. 맵 불법 파괴자를 신속히 포착하고 경기장이 정당하게 유지되도록 지원합니다.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85950" y="3199507"/>
            <a:ext cx="685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FFFFFF"/>
                </a:solidFill>
                <a:latin typeface="Noto Sans KR Black"/>
              </a:rPr>
              <a:t>김나경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85950" y="3585269"/>
            <a:ext cx="118616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510462" y="3199507"/>
            <a:ext cx="685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FFFFFF"/>
                </a:solidFill>
                <a:latin typeface="Noto Sans KR Black"/>
              </a:rPr>
              <a:t>유리한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10462" y="3585269"/>
            <a:ext cx="118616" cy="152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90748" y="495300"/>
            <a:ext cx="11141236" cy="4667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700" i="0" u="none">
                <a:solidFill>
                  <a:srgbClr val="FFFFFF"/>
                </a:solidFill>
                <a:latin typeface="Noto Sans KR Black"/>
              </a:rPr>
              <a:t>운영 총괄 캐릭터 시트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2408932"/>
            <a:ext cx="3543300" cy="27449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4350" y="2408932"/>
            <a:ext cx="3543300" cy="27449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8150" y="2408932"/>
            <a:ext cx="3543300" cy="274498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3600" y="3951982"/>
            <a:ext cx="4572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7400" y="3951982"/>
            <a:ext cx="4572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6973" y="3951982"/>
            <a:ext cx="945653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550" y="557212"/>
            <a:ext cx="266848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3575" y="2637532"/>
            <a:ext cx="857250" cy="857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47875" y="3628132"/>
            <a:ext cx="628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FFFFFF"/>
                </a:solidFill>
                <a:latin typeface="Noto Sans KR Black"/>
              </a:rPr>
              <a:t>이준서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9306" y="4313932"/>
            <a:ext cx="754112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125" i="0" u="none">
                <a:solidFill>
                  <a:srgbClr val="38BDF8"/>
                </a:solidFill>
                <a:latin typeface="Noto Sans KR"/>
              </a:rPr>
              <a:t>이탈 감시관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050" y="4552057"/>
            <a:ext cx="31623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94A3B8"/>
                </a:solidFill>
                <a:latin typeface="Noto Sans KR"/>
              </a:rPr>
              <a:t>지정된 펜싱 피스트 외각 라인을 정밀 주시하여 맵 밖으로 무단 이탈하는 플레이어를 찾아냅니다.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7375" y="2637532"/>
            <a:ext cx="857250" cy="857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81675" y="3628132"/>
            <a:ext cx="628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FFFFFF"/>
                </a:solidFill>
                <a:latin typeface="Noto Sans KR Black"/>
              </a:rPr>
              <a:t>김주안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7444" y="4313932"/>
            <a:ext cx="754112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125" i="0" u="none">
                <a:solidFill>
                  <a:srgbClr val="38BDF8"/>
                </a:solidFill>
                <a:latin typeface="Noto Sans KR"/>
              </a:rPr>
              <a:t>이탈 감시관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4850" y="4552057"/>
            <a:ext cx="31623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94A3B8"/>
                </a:solidFill>
                <a:latin typeface="Noto Sans KR"/>
              </a:rPr>
              <a:t>외각 이탈 레이더 모니터링 담당. 관람석 및 경기장 경계 지역 탈출자를 매의 눈으로 추적합니다.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01175" y="2637532"/>
            <a:ext cx="857250" cy="857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515475" y="3628132"/>
            <a:ext cx="628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FFFFFF"/>
                </a:solidFill>
                <a:latin typeface="Noto Sans KR Black"/>
              </a:rPr>
              <a:t>김세준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4031" y="4313932"/>
            <a:ext cx="1039862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125" i="0" u="none">
                <a:solidFill>
                  <a:srgbClr val="F87171"/>
                </a:solidFill>
                <a:latin typeface="Noto Sans KR"/>
              </a:rPr>
              <a:t>이탈자 내보내기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8650" y="4552057"/>
            <a:ext cx="31623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94A3B8"/>
                </a:solidFill>
                <a:latin typeface="Noto Sans KR"/>
              </a:rPr>
              <a:t>규칙 위반자 최종 제재 집행관. 경계를 이탈한 인원을 확인 즉시 서버 밖으로 추방(KICK) 처리합니다.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28701" y="2894707"/>
            <a:ext cx="266848" cy="3429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00981" y="4332982"/>
            <a:ext cx="111174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62501" y="2894707"/>
            <a:ext cx="266848" cy="3429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96301" y="2894707"/>
            <a:ext cx="266848" cy="3429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25706" y="4332982"/>
            <a:ext cx="111174" cy="1428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90748" y="495300"/>
            <a:ext cx="11141236" cy="4667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700" i="0" u="none">
                <a:solidFill>
                  <a:srgbClr val="FFFFFF"/>
                </a:solidFill>
                <a:latin typeface="Noto Sans KR Black"/>
              </a:rPr>
              <a:t>현장 보안팀 캐릭터 시트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557212"/>
            <a:ext cx="266848" cy="3429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0550" y="1885950"/>
          <a:ext cx="11010898" cy="3790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279624"/>
                <a:gridCol w="1420266"/>
                <a:gridCol w="3936206"/>
                <a:gridCol w="4374802"/>
              </a:tblGrid>
              <a:tr h="631825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94A3B8"/>
                          </a:solidFill>
                          <a:latin typeface="Noto Sans KR"/>
                        </a:rPr>
                        <a:t>이름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94A3B8"/>
                          </a:solidFill>
                          <a:latin typeface="Noto Sans KR"/>
                        </a:rPr>
                        <a:t>직책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94A3B8"/>
                          </a:solidFill>
                          <a:latin typeface="Noto Sans KR"/>
                        </a:rPr>
                        <a:t>핵심 담당 업무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94A3B8"/>
                          </a:solidFill>
                          <a:latin typeface="Noto Sans KR"/>
                        </a:rPr>
                        <a:t>상세 설명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1F5F9"/>
                          </a:solidFill>
                          <a:latin typeface="Noto Sans KR"/>
                        </a:rPr>
                        <a:t>김나경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1F5F9"/>
                          </a:solidFill>
                          <a:latin typeface="Noto Sans KR"/>
                        </a:rPr>
                        <a:t>팀장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87171"/>
                          </a:solidFill>
                          <a:latin typeface="Noto Sans KR"/>
                        </a:rPr>
                        <a:t>맵 부수는 사람 찾기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1F5F9"/>
                          </a:solidFill>
                          <a:latin typeface="Noto Sans KR"/>
                        </a:rPr>
                        <a:t>서버 총괄 관리 및 맵 파괴 행위 감시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1F5F9"/>
                          </a:solidFill>
                          <a:latin typeface="Noto Sans KR"/>
                        </a:rPr>
                        <a:t>유리한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1F5F9"/>
                          </a:solidFill>
                          <a:latin typeface="Noto Sans KR"/>
                        </a:rPr>
                        <a:t>부팀장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60A5FA"/>
                          </a:solidFill>
                          <a:latin typeface="Noto Sans KR"/>
                        </a:rPr>
                        <a:t>맵 부수는 사람 찾기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1F5F9"/>
                          </a:solidFill>
                          <a:latin typeface="Noto Sans KR"/>
                        </a:rPr>
                        <a:t>팀장 보조 및 불법 파괴자 추적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1F5F9"/>
                          </a:solidFill>
                          <a:latin typeface="Noto Sans KR"/>
                        </a:rPr>
                        <a:t>이준서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1F5F9"/>
                          </a:solidFill>
                          <a:latin typeface="Noto Sans KR"/>
                        </a:rPr>
                        <a:t>팀원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8BDF8"/>
                          </a:solidFill>
                          <a:latin typeface="Noto Sans KR"/>
                        </a:rPr>
                        <a:t>맵 밖으로 나가는 사람 찾기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1F5F9"/>
                          </a:solidFill>
                          <a:latin typeface="Noto Sans KR"/>
                        </a:rPr>
                        <a:t>경기장 경계 이탈자 1차 모니터링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1F5F9"/>
                          </a:solidFill>
                          <a:latin typeface="Noto Sans KR"/>
                        </a:rPr>
                        <a:t>김주안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1F5F9"/>
                          </a:solidFill>
                          <a:latin typeface="Noto Sans KR"/>
                        </a:rPr>
                        <a:t>팀원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8BDF8"/>
                          </a:solidFill>
                          <a:latin typeface="Noto Sans KR"/>
                        </a:rPr>
                        <a:t>맵 밖으로 나가는 사람 찾기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1F5F9"/>
                          </a:solidFill>
                          <a:latin typeface="Noto Sans KR"/>
                        </a:rPr>
                        <a:t>경기장 경계 이탈자 2차 모니터링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1F5F9"/>
                          </a:solidFill>
                          <a:latin typeface="Noto Sans KR"/>
                        </a:rPr>
                        <a:t>김세준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87171"/>
                          </a:solidFill>
                          <a:latin typeface="Noto Sans KR"/>
                        </a:rPr>
                        <a:t>팀원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87171"/>
                          </a:solidFill>
                          <a:latin typeface="Noto Sans KR"/>
                        </a:rPr>
                        <a:t>맵 밖으로 나가는 사람 내보내기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1F5F9"/>
                          </a:solidFill>
                          <a:latin typeface="Noto Sans KR"/>
                        </a:rPr>
                        <a:t>위반자 서버 추방(KICK) 제재 집행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0550" y="2466975"/>
            <a:ext cx="1279624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70174" y="2466975"/>
            <a:ext cx="1420266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90441" y="2466975"/>
            <a:ext cx="3936206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6647" y="2466975"/>
            <a:ext cx="4374802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0674" y="2728912"/>
            <a:ext cx="457200" cy="2381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0674" y="3348037"/>
            <a:ext cx="581025" cy="2381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0674" y="3967162"/>
            <a:ext cx="457200" cy="2381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0674" y="4586287"/>
            <a:ext cx="457200" cy="2381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60674" y="5205412"/>
            <a:ext cx="457200" cy="2381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90748" y="495300"/>
            <a:ext cx="11141236" cy="4667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700" i="0" u="none">
                <a:solidFill>
                  <a:srgbClr val="FFFFFF"/>
                </a:solidFill>
                <a:latin typeface="Noto Sans KR Black"/>
              </a:rPr>
              <a:t>운영진 5인 역할 한눈에 보기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71550" y="2247900"/>
            <a:ext cx="6248749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5100" i="0" u="none">
                <a:solidFill>
                  <a:srgbClr val="FFFFFF"/>
                </a:solidFill>
                <a:latin typeface="Noto Sans KR Black"/>
              </a:rPr>
              <a:t>READY TO FENCE?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143250"/>
            <a:ext cx="7143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94A3B8"/>
                </a:solidFill>
                <a:latin typeface="Noto Sans KR"/>
              </a:rPr>
              <a:t>상자를 개봉해 팀을 결정하고, 마인크래프트 철검으로 승리의 영광을 차지하세요!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396" y="4233862"/>
            <a:ext cx="148232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80929" y="4219575"/>
            <a:ext cx="99491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FFFFFF"/>
                </a:solidFill>
                <a:latin typeface="Noto Sans KR Black"/>
              </a:rPr>
              <a:t>RED TEAM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770" y="4233862"/>
            <a:ext cx="148232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62303" y="4219575"/>
            <a:ext cx="111129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FFFFFF"/>
                </a:solidFill>
                <a:latin typeface="Noto Sans KR Black"/>
              </a:rPr>
              <a:t>BLUE TEAM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0550" y="2981325"/>
            <a:ext cx="110109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0550" y="3743325"/>
            <a:ext cx="110109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0550" y="3743325"/>
            <a:ext cx="110109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312420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85925" y="3181350"/>
            <a:ext cx="99155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Noto Sans KR"/>
              </a:rPr>
              <a:t>https://static.wikia.nocookie.net/stampylongnose/images/0/00/Fling_And_Drop.png/revision/latest/scale-to-width-down/1200?cb=20251219174718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5925" y="3371850"/>
            <a:ext cx="99155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Noto Sans K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oto Sans KR"/>
              </a:rPr>
              <a:t>stampylongnose.fandom.com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3895725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85925" y="3952875"/>
            <a:ext cx="99155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Noto Sans KR"/>
              </a:rPr>
              <a:t>https://i.redd.it/all-armor-trims-displayed-v0-kjeyf7enb45b1.jpg?width=2732&amp;format=pjpg&amp;auto=webp&amp;s=84498d11a6d98094fe24695ffc3647bed87bd3ee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85925" y="4143375"/>
            <a:ext cx="99155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Noto Sans K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oto Sans KR"/>
              </a:rPr>
              <a:t>www.reddit.com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550" y="495300"/>
            <a:ext cx="1156144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700" i="0" u="none">
                <a:solidFill>
                  <a:srgbClr val="FFFFFF"/>
                </a:solidFill>
                <a:latin typeface="Noto Sans KR Black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